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1D874-A7B0-8DE9-0E7A-E3A30FDD3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B33C8D-6B5F-FF7A-94A3-B0A487C8A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A2053-917D-6A5A-A1BF-62079758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95881-6090-2DE9-BEEF-A205E1AF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D0C3F-AA98-AB17-31E7-CB7268D8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90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7ED92-D9C1-610C-9145-7E755F80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5FE4B4-7650-A65E-93E6-38C8A0B9F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759542-0961-DBFA-4852-F679A31D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5FBD2A-D786-733D-4204-4AE08932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AB585D-E0FB-B6B6-689B-1E154FAD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80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2ED62-E620-20C0-9468-920F02233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0D05C-8C35-7AEC-1E93-DDA39DC0B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6B361A-0ED9-06B5-FC9B-1C29B3DC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49CCC-6B04-4692-F2DD-C7D39E94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CF8C0-D64C-9627-0695-E0039C67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5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211A3-A4CB-A555-E179-530CDA5E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92D5A2-8C24-7C2C-47BB-8986D7D59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6D6568-BDF6-D8D8-FDF4-D5F0481E4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78F95-3FA5-38A3-E0C4-4429E004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14062D-6BBE-0C79-ABD7-197FB7A9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0CCE2-7B56-C4EC-F1DF-1678DD06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81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04050-E7C7-FBE3-32CB-F9D6FBF8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A5FC54-EF17-2BE6-B226-407F28E49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DBEFFD-DC35-75BE-50DD-DD95D635F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C7F019-2A20-A8B9-9006-5FF8AE660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8BE937-4E0A-A675-4FC4-79B6E4EDF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EE515F-8DA3-76D6-49E0-F57ECE18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2EE69E-C5C2-9A86-74D6-0E74F775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A41E8A-0457-B6F7-5D6C-C970DE60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7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AB820-C3C9-0F47-8B20-7BA15F49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F340C0-4C11-A594-E4BC-F5DD24B4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1DF6C8-2479-7C77-B512-AE2E3D85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DBB3C8-7406-2A9F-EA2D-7852486B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82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EE92BC-BA81-1FF7-EDA4-63750627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B14EC2-A8FC-1E01-C312-D8E6039C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D69A6-D076-28A3-C76D-8680F82D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6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C6481-C037-0F22-3E8F-A1F17FCE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EA86F-980B-71A2-E7D4-E4B89FF9F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286EAD-B9B8-F6F0-EC92-D1C35EB38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6EDA2-A2E5-582F-5490-C20F32168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E97884-10FF-7DAF-7B06-3BC6791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BD8CC6-6F0B-1AE7-B805-A20076FB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17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5FC24-1D3D-5E08-12B0-D72D317A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958E2B-8F60-8306-F912-7F9574D07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9517D7-3686-4448-50F6-27159062E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0C5DF3-8A9F-F631-1F57-35BE8322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D88BD8-68B9-7F1C-CBBE-DEADEAAE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03A2B0-B693-5E00-628C-CFCDA8BE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28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2129E-3EF1-6BE4-48BD-035F2401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0E0CC2-ABC4-6C8D-0F98-0203026BD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7D69A-E9D4-FE75-71A7-E9E5B4C7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6BC6B9-BE5F-F7AC-DCE5-A581D9B7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D3705-4303-B414-C038-C08F183A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45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87B383-7673-F2CD-6C33-D347099A9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1C4B1C-FE71-B13D-507B-D200C34D7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D29AB-8C07-ED9C-5C5B-9C067C60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39F70-2625-0DEA-A3DC-209EA61B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C041C-E369-F017-A32C-67CB3A0C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95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A13897-CD56-50EB-4755-EAD3D2F1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02C72-2125-9E22-B5D3-600995175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03E1B-4268-4694-AB30-3C4504519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798C6-EE5C-4921-8334-C56AC8A8B9E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30BFD3-5DF1-403E-EE3B-844E50C71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B2C80-DA19-9259-0A03-1B715F041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7957C-F887-4FAF-B698-C7A11081D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673A0C9-979F-B347-AAC0-3311934FAEC7}"/>
              </a:ext>
            </a:extLst>
          </p:cNvPr>
          <p:cNvSpPr/>
          <p:nvPr/>
        </p:nvSpPr>
        <p:spPr>
          <a:xfrm>
            <a:off x="6591300" y="4509286"/>
            <a:ext cx="2514600" cy="152558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</a:t>
            </a:r>
            <a:r>
              <a:rPr lang="zh-CN" altLang="en-US" dirty="0"/>
              <a:t>适配</a:t>
            </a:r>
            <a:r>
              <a:rPr lang="en-US" altLang="zh-CN" dirty="0"/>
              <a:t>rei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919459-8491-DE4C-E6F9-D4C0036B61F1}"/>
              </a:ext>
            </a:extLst>
          </p:cNvPr>
          <p:cNvSpPr/>
          <p:nvPr/>
        </p:nvSpPr>
        <p:spPr>
          <a:xfrm>
            <a:off x="3962400" y="4447376"/>
            <a:ext cx="2628900" cy="158749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7.</a:t>
            </a:r>
            <a:r>
              <a:rPr lang="zh-CN" altLang="en-US" dirty="0"/>
              <a:t>让自定义方块能一个配方选择多个功法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B6041B-267C-013B-1A73-2F489A7365C3}"/>
              </a:ext>
            </a:extLst>
          </p:cNvPr>
          <p:cNvSpPr/>
          <p:nvPr/>
        </p:nvSpPr>
        <p:spPr>
          <a:xfrm>
            <a:off x="3962400" y="2986877"/>
            <a:ext cx="2628900" cy="151287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6.</a:t>
            </a:r>
            <a:r>
              <a:rPr lang="zh-CN" altLang="en-US" dirty="0"/>
              <a:t>为功法制作变种分为熟练度来控制属性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B4AA71-3960-81E6-AB21-0F85A5D62FD7}"/>
              </a:ext>
            </a:extLst>
          </p:cNvPr>
          <p:cNvSpPr/>
          <p:nvPr/>
        </p:nvSpPr>
        <p:spPr>
          <a:xfrm>
            <a:off x="3962400" y="1460500"/>
            <a:ext cx="2628900" cy="15160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5.</a:t>
            </a:r>
            <a:r>
              <a:rPr lang="zh-CN" altLang="en-US" dirty="0"/>
              <a:t>为玩家设计一个轮盘为读取功法位置制作独特的技能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FE5FD2-2BE9-8600-15EE-D86042723ADE}"/>
              </a:ext>
            </a:extLst>
          </p:cNvPr>
          <p:cNvSpPr/>
          <p:nvPr/>
        </p:nvSpPr>
        <p:spPr>
          <a:xfrm>
            <a:off x="9105900" y="4499744"/>
            <a:ext cx="2514600" cy="153512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9.</a:t>
            </a:r>
            <a:r>
              <a:rPr lang="zh-CN" altLang="en-US" dirty="0"/>
              <a:t>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39205D-EFB9-B4FA-DF70-029A7F04AEE8}"/>
              </a:ext>
            </a:extLst>
          </p:cNvPr>
          <p:cNvSpPr/>
          <p:nvPr/>
        </p:nvSpPr>
        <p:spPr>
          <a:xfrm>
            <a:off x="0" y="0"/>
            <a:ext cx="2819400" cy="14986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</a:t>
            </a:r>
            <a:r>
              <a:rPr lang="zh-CN" altLang="en-US" dirty="0"/>
              <a:t>功法栏位界面</a:t>
            </a:r>
            <a:endParaRPr lang="en-US" altLang="zh-CN" dirty="0"/>
          </a:p>
          <a:p>
            <a:pPr algn="ctr"/>
            <a:r>
              <a:rPr lang="zh-CN" altLang="en-US" dirty="0"/>
              <a:t>设定在玩家背包界面左边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D2F66-7AD0-389B-FD35-E7CE3155FDC0}"/>
              </a:ext>
            </a:extLst>
          </p:cNvPr>
          <p:cNvSpPr/>
          <p:nvPr/>
        </p:nvSpPr>
        <p:spPr>
          <a:xfrm>
            <a:off x="0" y="1477963"/>
            <a:ext cx="2819400" cy="149859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2.</a:t>
            </a:r>
            <a:r>
              <a:rPr lang="zh-CN" altLang="en-US" dirty="0"/>
              <a:t>创建单独的屏幕类为功法添加背包</a:t>
            </a:r>
            <a:r>
              <a:rPr lang="en-US" altLang="zh-CN" dirty="0"/>
              <a:t>UI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687FDA-08B6-E66E-DA39-9DE6BA04E7A4}"/>
              </a:ext>
            </a:extLst>
          </p:cNvPr>
          <p:cNvSpPr/>
          <p:nvPr/>
        </p:nvSpPr>
        <p:spPr>
          <a:xfrm>
            <a:off x="0" y="2986877"/>
            <a:ext cx="2819400" cy="15057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3.</a:t>
            </a:r>
            <a:r>
              <a:rPr lang="zh-CN" altLang="en-US" dirty="0"/>
              <a:t>为功法设定独特栏位</a:t>
            </a:r>
            <a:r>
              <a:rPr lang="en-US" altLang="zh-CN" dirty="0"/>
              <a:t>NBT</a:t>
            </a:r>
            <a:r>
              <a:rPr lang="zh-CN" altLang="en-US" dirty="0"/>
              <a:t>来标记</a:t>
            </a:r>
            <a:endParaRPr lang="en-US" altLang="zh-CN" dirty="0"/>
          </a:p>
          <a:p>
            <a:pPr algn="ctr"/>
            <a:r>
              <a:rPr lang="zh-CN" altLang="en-US" dirty="0"/>
              <a:t>为什么是否生效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413D3B-DB19-24AD-14EC-FEFE811EA75D}"/>
              </a:ext>
            </a:extLst>
          </p:cNvPr>
          <p:cNvSpPr/>
          <p:nvPr/>
        </p:nvSpPr>
        <p:spPr>
          <a:xfrm>
            <a:off x="3962400" y="0"/>
            <a:ext cx="2628900" cy="147796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4.</a:t>
            </a:r>
            <a:r>
              <a:rPr lang="zh-CN" altLang="en-US" dirty="0"/>
              <a:t>功法利用独特的自定义功能方块制作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EB5E20-AC2E-813E-5EBD-F11F452FFB31}"/>
              </a:ext>
            </a:extLst>
          </p:cNvPr>
          <p:cNvSpPr/>
          <p:nvPr/>
        </p:nvSpPr>
        <p:spPr>
          <a:xfrm>
            <a:off x="2819400" y="2974158"/>
            <a:ext cx="1143000" cy="15255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yes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923D24-F689-0FBF-8FBE-F98D3C7219E5}"/>
              </a:ext>
            </a:extLst>
          </p:cNvPr>
          <p:cNvSpPr/>
          <p:nvPr/>
        </p:nvSpPr>
        <p:spPr>
          <a:xfrm>
            <a:off x="6591300" y="-1"/>
            <a:ext cx="5600700" cy="448628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0AF68D-20E3-EDC1-E750-955B403567C9}"/>
              </a:ext>
            </a:extLst>
          </p:cNvPr>
          <p:cNvSpPr/>
          <p:nvPr/>
        </p:nvSpPr>
        <p:spPr>
          <a:xfrm>
            <a:off x="11620500" y="4437061"/>
            <a:ext cx="571500" cy="242093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77C605-CE57-A984-8EB2-6DE2FEEE7405}"/>
              </a:ext>
            </a:extLst>
          </p:cNvPr>
          <p:cNvSpPr/>
          <p:nvPr/>
        </p:nvSpPr>
        <p:spPr>
          <a:xfrm>
            <a:off x="3962400" y="6034874"/>
            <a:ext cx="2628900" cy="84613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ADA322-4734-423C-7989-33CDB3F2E26E}"/>
              </a:ext>
            </a:extLst>
          </p:cNvPr>
          <p:cNvSpPr/>
          <p:nvPr/>
        </p:nvSpPr>
        <p:spPr>
          <a:xfrm>
            <a:off x="0" y="4499748"/>
            <a:ext cx="2819400" cy="236537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3BE13C9-4FD0-E897-5A83-02BD6CE697B0}"/>
              </a:ext>
            </a:extLst>
          </p:cNvPr>
          <p:cNvCxnSpPr/>
          <p:nvPr/>
        </p:nvCxnSpPr>
        <p:spPr>
          <a:xfrm>
            <a:off x="2698750" y="4499748"/>
            <a:ext cx="13652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5E86F80-3FD6-E0BA-2E21-4B1DD6F37789}"/>
              </a:ext>
            </a:extLst>
          </p:cNvPr>
          <p:cNvCxnSpPr/>
          <p:nvPr/>
        </p:nvCxnSpPr>
        <p:spPr>
          <a:xfrm>
            <a:off x="2698750" y="2974159"/>
            <a:ext cx="13652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3F825E6-8ABD-B10F-33DD-94781C838C02}"/>
              </a:ext>
            </a:extLst>
          </p:cNvPr>
          <p:cNvCxnSpPr/>
          <p:nvPr/>
        </p:nvCxnSpPr>
        <p:spPr>
          <a:xfrm>
            <a:off x="2698750" y="1481909"/>
            <a:ext cx="13652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491B15B-DF97-5135-F775-9FF41A892409}"/>
              </a:ext>
            </a:extLst>
          </p:cNvPr>
          <p:cNvSpPr/>
          <p:nvPr/>
        </p:nvSpPr>
        <p:spPr>
          <a:xfrm>
            <a:off x="2819400" y="1449773"/>
            <a:ext cx="1143000" cy="15255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yes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F3FC5AF-1380-C09A-E4C1-DC1D4908ECB4}"/>
              </a:ext>
            </a:extLst>
          </p:cNvPr>
          <p:cNvSpPr/>
          <p:nvPr/>
        </p:nvSpPr>
        <p:spPr>
          <a:xfrm>
            <a:off x="2819400" y="0"/>
            <a:ext cx="1143000" cy="15255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yes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658525-28C8-5E30-65C1-8CA99769A8B3}"/>
              </a:ext>
            </a:extLst>
          </p:cNvPr>
          <p:cNvSpPr/>
          <p:nvPr/>
        </p:nvSpPr>
        <p:spPr>
          <a:xfrm>
            <a:off x="6591300" y="-32543"/>
            <a:ext cx="1143000" cy="15255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03863B7-D6D3-D3D2-2178-9BCEF92E1624}"/>
              </a:ext>
            </a:extLst>
          </p:cNvPr>
          <p:cNvSpPr/>
          <p:nvPr/>
        </p:nvSpPr>
        <p:spPr>
          <a:xfrm>
            <a:off x="6591300" y="1472009"/>
            <a:ext cx="1143000" cy="15255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A03DD9B-D4ED-7EFD-9238-B936C562A506}"/>
              </a:ext>
            </a:extLst>
          </p:cNvPr>
          <p:cNvSpPr/>
          <p:nvPr/>
        </p:nvSpPr>
        <p:spPr>
          <a:xfrm>
            <a:off x="6591300" y="2975764"/>
            <a:ext cx="1143000" cy="15255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6E18F6-4CD8-A409-08F7-9DD3CAA24C01}"/>
              </a:ext>
            </a:extLst>
          </p:cNvPr>
          <p:cNvSpPr/>
          <p:nvPr/>
        </p:nvSpPr>
        <p:spPr>
          <a:xfrm>
            <a:off x="2819400" y="4514056"/>
            <a:ext cx="1143000" cy="23439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92E41C8-D58F-BBA3-6605-5C3842A2A549}"/>
              </a:ext>
            </a:extLst>
          </p:cNvPr>
          <p:cNvSpPr/>
          <p:nvPr/>
        </p:nvSpPr>
        <p:spPr>
          <a:xfrm>
            <a:off x="6591300" y="6019803"/>
            <a:ext cx="2514600" cy="84613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695766-8E5C-02D4-E166-F55D0EA925E7}"/>
              </a:ext>
            </a:extLst>
          </p:cNvPr>
          <p:cNvSpPr/>
          <p:nvPr/>
        </p:nvSpPr>
        <p:spPr>
          <a:xfrm>
            <a:off x="9105900" y="6019803"/>
            <a:ext cx="2514600" cy="84613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8160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fxs</dc:creator>
  <cp:lastModifiedBy>fxs</cp:lastModifiedBy>
  <cp:revision>2</cp:revision>
  <dcterms:created xsi:type="dcterms:W3CDTF">2026-02-28T13:15:25Z</dcterms:created>
  <dcterms:modified xsi:type="dcterms:W3CDTF">2026-03-04T08:03:23Z</dcterms:modified>
</cp:coreProperties>
</file>